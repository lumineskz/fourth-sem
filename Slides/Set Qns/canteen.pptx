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3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693A5F-48CA-AA58-8DFE-6D8B3C9FE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B675AF7-AC57-949B-748E-956FE15B5D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43E9002-D33E-C545-55FC-034E572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DCFC912-2FFD-E6B2-547B-951D66CB3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2141BF5-6B9E-9910-BCF0-89716C8AF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734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186E09-E55C-DD56-B644-F4D04A30B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348DFED-46EE-6EB5-D752-CBD44F672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F23F0D9-E14F-F542-DC60-DB3F4246E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F9419B0-E57B-060E-D232-13C0D5D97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528A02A-AC4E-4A1D-33F7-5034AA39F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155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209803-147D-2F61-DB39-4A484838D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36ACE88-867E-E515-F66C-03A981A0C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992CCD4-75AA-E993-06E9-CDB702D74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ADBC3A1-BFB0-EDBC-4EB6-D23E346C1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9584020-4655-2D32-BCE5-16F5D027F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20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C6EB33-B845-FA58-7084-C155C873A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2C85E48-5486-EA93-2FA5-3367C33147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27F1B95-5188-94BF-7BC1-2A3151F2B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48F0DC5-C2F0-406D-7BA0-53E44E7C1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2E920DE-C055-215B-4F90-271358C42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B18774D-69C4-A7BC-852F-BECB8DE2E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7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8CA344-A97D-F579-654D-8C7127F28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56250B1-E7E5-5116-8AA7-52F42D4C7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43D173A-214D-C59B-CAFB-F365C940BC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E76E9BA6-77C8-5F48-60E9-8F6D5C5535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1336823-B189-B0B6-0877-5B058CD437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AA9874A-ABB6-2FD6-7ADB-54EC8096D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A481E7D-35EF-E403-25AD-55B26EFEC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6821557-AAD1-400B-8C4E-CDBFA8629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261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E2593F-2640-B41A-DF94-DE513803D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6051817-7914-9932-BA3A-41DE761F6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AAF46AF-FC94-39B8-BEFC-90BCFC5D7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63503A1-EBEB-F5F7-17CC-349209F4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532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DCD2D3E-28D4-96E2-C446-BD0F25B51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7679E80-ABCD-F35F-A8A5-A24E6E173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FE7023A-DFE9-2E94-FF6B-30CD8CC16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734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EB7893-78F4-28C6-8FC2-0DF8948A4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472D4C0-4918-1E76-EB98-0BE37B5EB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549FFFE-9C50-CCF2-5F98-20820041F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5555D01-678F-40FC-6699-4428E8AB2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780CD96-A16B-0ED6-35CC-97370BD6B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B4BF46D-61DD-0BCA-04F8-DEAB7267E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891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26F5970-BD57-0C29-DE70-70F04EC58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3D01F47E-9702-098B-BB9F-C18A0C1AF6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1D277D0-B54A-0BB0-CA4D-1CF69B83D6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2E2794A-A825-8E20-4FC4-DB726CA0E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3B25C10-AA95-C01F-6CDF-CBCFFDC58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7380423-C664-1AC2-3E8F-137366795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72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2BA8B6-A31B-45B8-4CB0-AB16A8D47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A01FCE1-5536-5913-9226-E77538CE0B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9DD13DA-681D-64FE-A5CD-ACEA6E47E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87C1DE6-A386-28AD-2F94-E5B156F83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DDDC028-6D85-99E3-2FE1-7CBD52D11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829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9417BB26-FE0F-8723-3975-B8C44F3CB6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CC0F06F-4327-FABF-F654-AB05E7D98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B812A56-845B-E7A9-4645-E89CDEC9F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A1B6BC2-B80C-127F-B905-901EB4C02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7FA3420-EAC1-C687-DC09-B905A7DFE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718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D5F0052-5FB7-98B8-F511-9FFC245AC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50177CD-8948-D4AC-DE0B-536C1E53D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0EC759D-1265-BB2B-5F8B-95A5024ADD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1AD79C-955D-496E-B1A6-D3F877A4C76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312AC43-391C-425C-21CA-507DF18042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98BD835-23E1-6D92-852B-5C36AB79DC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446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570A47F-C5B9-1228-FAD8-958DDFBB7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9137"/>
            <a:ext cx="9144000" cy="2387600"/>
          </a:xfrm>
        </p:spPr>
        <p:txBody>
          <a:bodyPr/>
          <a:lstStyle/>
          <a:p>
            <a:r>
              <a:rPr lang="en-US" dirty="0"/>
              <a:t>Title Defense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EC33974-4EE0-6F8A-82C1-B5B3EB8C9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967" y="4090219"/>
            <a:ext cx="4365523" cy="2534265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600" b="1" dirty="0"/>
              <a:t>Group Members:</a:t>
            </a:r>
          </a:p>
          <a:p>
            <a:pPr algn="l"/>
            <a:r>
              <a:rPr lang="en-US" dirty="0"/>
              <a:t/>
            </a:r>
            <a:br>
              <a:rPr lang="en-US" dirty="0"/>
            </a:br>
            <a:r>
              <a:rPr lang="en-US" dirty="0"/>
              <a:t>Shulabh Shrestha</a:t>
            </a:r>
          </a:p>
          <a:p>
            <a:pPr algn="l"/>
            <a:r>
              <a:rPr lang="en-US" dirty="0"/>
              <a:t>Raja Mandal</a:t>
            </a:r>
          </a:p>
          <a:p>
            <a:pPr algn="l"/>
            <a:r>
              <a:rPr lang="en-US" dirty="0"/>
              <a:t>Aishwarya Prashant</a:t>
            </a:r>
          </a:p>
          <a:p>
            <a:pPr algn="l"/>
            <a:r>
              <a:rPr lang="en-US" dirty="0" err="1"/>
              <a:t>Saistha</a:t>
            </a:r>
            <a:r>
              <a:rPr lang="en-US" dirty="0"/>
              <a:t> Pradhan</a:t>
            </a:r>
          </a:p>
          <a:p>
            <a:pPr algn="l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DE3B37F1-3E1F-9E35-48DB-0DE76FE50631}"/>
              </a:ext>
            </a:extLst>
          </p:cNvPr>
          <p:cNvSpPr txBox="1">
            <a:spLocks/>
          </p:cNvSpPr>
          <p:nvPr/>
        </p:nvSpPr>
        <p:spPr>
          <a:xfrm>
            <a:off x="1524000" y="2526737"/>
            <a:ext cx="9144000" cy="63402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Project Title: </a:t>
            </a:r>
          </a:p>
        </p:txBody>
      </p:sp>
    </p:spTree>
    <p:extLst>
      <p:ext uri="{BB962C8B-B14F-4D97-AF65-F5344CB8AC3E}">
        <p14:creationId xmlns:p14="http://schemas.microsoft.com/office/powerpoint/2010/main" val="2018429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BDA779-889E-71A5-B659-F36F6FE95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BAC9F9A-B7A1-FB66-68A6-DE8A50738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enable quick and easy pre-ordering of food for students</a:t>
            </a:r>
          </a:p>
          <a:p>
            <a:r>
              <a:rPr lang="en-US" dirty="0"/>
              <a:t>To provide real-time order tracking</a:t>
            </a:r>
          </a:p>
          <a:p>
            <a:r>
              <a:rPr lang="en-US" dirty="0"/>
              <a:t>To improve canteen efficiency and reduce waiting time</a:t>
            </a:r>
          </a:p>
        </p:txBody>
      </p:sp>
    </p:spTree>
    <p:extLst>
      <p:ext uri="{BB962C8B-B14F-4D97-AF65-F5344CB8AC3E}">
        <p14:creationId xmlns:p14="http://schemas.microsoft.com/office/powerpoint/2010/main" val="3234046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B5034E-DA00-24F8-AC0B-3C32EF6F9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FF8A779-03D6-C3E6-AE1F-A99C880BD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Digital </a:t>
            </a:r>
            <a:r>
              <a:rPr lang="en-US" dirty="0"/>
              <a:t>menu with categorized items and admin-controlled “Today’s Special</a:t>
            </a:r>
            <a:r>
              <a:rPr lang="en-US" dirty="0" smtClean="0"/>
              <a:t>”</a:t>
            </a:r>
          </a:p>
          <a:p>
            <a:r>
              <a:rPr lang="en-US" dirty="0" smtClean="0"/>
              <a:t>One click </a:t>
            </a:r>
            <a:r>
              <a:rPr lang="en-US" dirty="0"/>
              <a:t>ordering system with </a:t>
            </a:r>
            <a:r>
              <a:rPr lang="en-US" smtClean="0"/>
              <a:t>confirmation or undo </a:t>
            </a:r>
            <a:r>
              <a:rPr lang="en-US" dirty="0"/>
              <a:t>and real-time order status </a:t>
            </a:r>
            <a:r>
              <a:rPr lang="en-US" dirty="0" smtClean="0"/>
              <a:t>tracking</a:t>
            </a:r>
          </a:p>
          <a:p>
            <a:r>
              <a:rPr lang="en-US" dirty="0"/>
              <a:t>Admin dashboard to manage orders, mark items as sold out, and update “Paid &amp; Collected”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80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D83535-852B-F14E-5C88-CC0162733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Feasibility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554FE9F-8B36-27AA-33A9-245AB2714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Technical Feasibility: Easily developed using basic web technologies with no complex requirements.</a:t>
            </a:r>
          </a:p>
          <a:p>
            <a:endParaRPr lang="en-US" dirty="0"/>
          </a:p>
          <a:p>
            <a:r>
              <a:rPr lang="en-US" dirty="0"/>
              <a:t>Operational Feasibility: Simple for students and staff to use, improving canteen workflow.</a:t>
            </a:r>
          </a:p>
          <a:p>
            <a:endParaRPr lang="en-US" dirty="0"/>
          </a:p>
          <a:p>
            <a:r>
              <a:rPr lang="en-US" dirty="0"/>
              <a:t>Economic Feasibility: Low-cost system with high efficiency benefits.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644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65328D-0F95-27E5-714E-9CA8D618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2576451-8CEF-ABB3-6939-BDEB145E0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and GitHub for collaborations</a:t>
            </a:r>
          </a:p>
          <a:p>
            <a:r>
              <a:rPr lang="en-US" dirty="0"/>
              <a:t>Draw.io for making UML Diagrams</a:t>
            </a:r>
          </a:p>
          <a:p>
            <a:r>
              <a:rPr lang="en-US" dirty="0"/>
              <a:t>PHP will be our primary programming language(</a:t>
            </a:r>
            <a:r>
              <a:rPr lang="en-US" dirty="0" err="1"/>
              <a:t>Front&amp;Backend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48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57FB00-0185-DE6C-4316-2A12B6552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E6B90FA-9437-A0B6-5B8A-D47CC59D9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Students able to place orders instantly. </a:t>
            </a:r>
          </a:p>
          <a:p>
            <a:r>
              <a:rPr lang="en-US" dirty="0"/>
              <a:t>Real-time order tracking helps staff prepare only what’s needed. </a:t>
            </a:r>
          </a:p>
          <a:p>
            <a:r>
              <a:rPr lang="en-US" dirty="0"/>
              <a:t>Improved inventory control with “Sold out” system.</a:t>
            </a:r>
          </a:p>
        </p:txBody>
      </p:sp>
    </p:spTree>
    <p:extLst>
      <p:ext uri="{BB962C8B-B14F-4D97-AF65-F5344CB8AC3E}">
        <p14:creationId xmlns:p14="http://schemas.microsoft.com/office/powerpoint/2010/main" val="1208543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11F964-72D7-5B6B-4ED4-19C2F3B00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7590470-0538-8DCA-720F-BA2DF22D3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743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4F829B-774C-2F14-F183-A7E7744EE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6C7CBCD-F261-8895-8987-96F4AD915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207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5CBF919-6305-497F-BA8F-7A1923A8A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026" y="129151"/>
            <a:ext cx="10515600" cy="1325563"/>
          </a:xfrm>
        </p:spPr>
        <p:txBody>
          <a:bodyPr/>
          <a:lstStyle/>
          <a:p>
            <a:r>
              <a:rPr lang="en-US" dirty="0"/>
              <a:t>Timeline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FE890E17-D4E7-4A8A-96F3-E2B6664A13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7026" y="1223449"/>
            <a:ext cx="9407653" cy="537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968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8E2159-23F0-59CC-A198-1C078EA5F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55300CD-4AF5-9172-CD2E-FFDB8DD28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428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173</Words>
  <Application>Microsoft Office PowerPoint</Application>
  <PresentationFormat>Widescreen</PresentationFormat>
  <Paragraphs>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Title Defense</vt:lpstr>
      <vt:lpstr>Objectives</vt:lpstr>
      <vt:lpstr>Scope</vt:lpstr>
      <vt:lpstr>Feasibility Study</vt:lpstr>
      <vt:lpstr>Tools and Techniques</vt:lpstr>
      <vt:lpstr>Expected Outcome</vt:lpstr>
      <vt:lpstr>Literature Review</vt:lpstr>
      <vt:lpstr>Methodology</vt:lpstr>
      <vt:lpstr>Timeline</vt:lpstr>
      <vt:lpstr>Future Enhancements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Defense</dc:title>
  <dc:creator>Lumi 26710</dc:creator>
  <cp:lastModifiedBy>Saistha</cp:lastModifiedBy>
  <cp:revision>4</cp:revision>
  <dcterms:created xsi:type="dcterms:W3CDTF">2026-04-26T13:28:00Z</dcterms:created>
  <dcterms:modified xsi:type="dcterms:W3CDTF">2026-04-27T14:24:41Z</dcterms:modified>
</cp:coreProperties>
</file>